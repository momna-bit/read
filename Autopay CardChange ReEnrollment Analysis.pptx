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harts/chart3.xml" ContentType="application/vnd.openxmlformats-officedocument.drawingml.char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Status of the 254 Customers Who Didn't Re-Enroll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Customers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Still Active
(Paying Manually)</c:v>
                  </c:pt>
                  <c:pt idx="1">
                    <c:v>Churned
(Left Us)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Customer Status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Percent of the 254 Customers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Churn Rate: This Group vs. a Typical Customer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Calls with a Written Summary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Card-Change,
Not Re-Enrolled</c:v>
                  </c:pt>
                  <c:pt idx="1">
                    <c:v>Typical
Customer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5.25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Customer Group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Churned Within 60 Days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Churned vs. Still Active: Credit Score and Tenure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Average Credit Score</c:v>
                </c:pt>
                <c:pt idx="1">
                  <c:v>Average Tenure (Days)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827</c:v>
                </c:pt>
                <c:pt idx="1">
                  <c:v>664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Still Active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Average Credit Score</c:v>
                </c:pt>
                <c:pt idx="1">
                  <c:v>Average Tenure (Days)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803</c:v>
                </c:pt>
                <c:pt idx="1">
                  <c:v>819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Metric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Average Value (Score or Days)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 b="0" i="0" u="none" strike="noStrike">
              <a:solidFill>
                <a:srgbClr val="44546A"/>
              </a:solidFill>
              <a:latin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047924" cy="548640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309360"/>
            <a:ext cx="3047924" cy="548640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309360"/>
            <a:ext cx="3047924" cy="548640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309360"/>
            <a:ext cx="3047924" cy="548640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6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17320" cy="36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AUTOPAY CARD EXPIRES, WHERE DO CUSTOMERS GO?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and what it really means</a:t>
            </a:r>
            <a:endParaRPr lang="en-US" sz="1600" dirty="0"/>
          </a:p>
        </p:txBody>
      </p:sp>
      <p:pic>
        <p:nvPicPr>
          <p:cNvPr id="9" name="Image 1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56232" cy="274320"/>
          </a:xfrm>
          <a:prstGeom prst="roundRect">
            <a:avLst>
              <a:gd name="adj" fmla="val 166667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customer's card expires or gets replaced, some of them turn off autopay instead of just updating their card — often because they don't have the new card in hand yet. Most turn it back on soon after. But a small group never does. We wanted to know: are those customers quietly still with us, or have they actually left?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find out: of the customers who don't turn autopay back on within 60 days of a card-related call, how many are still active, and how many have actually left us?</a:t>
            </a:r>
            <a:endParaRPr lang="en-US" sz="150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4825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every card-related autopay removal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searched real call notes for card-change language (expired, lost, replaced, new card) and matched those calls to autopay removals within the same week.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who came back within 60 days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those customers, we checked whether autopay was turned back on again within 60 days.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what happened to the ones who didn't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 who never re-enrolled, we checked whether they are still an active customer today, or have since left.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this group to a typical customer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how often this specific group leaves compared to a typical customer over the same 60-day window, and compared their credit score and tenure.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SQL — a way of asking our company's databases direct questions — to pull and cross-check real records from our billing, autopay, and call systems. Nothing outside our own data.</a:t>
            </a:r>
            <a:endParaRPr lang="en-US" sz="1300" dirty="0"/>
          </a:p>
        </p:txBody>
      </p:sp>
      <p:pic>
        <p:nvPicPr>
          <p:cNvPr id="23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56819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QUESTION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Leaving, or Just Paying Manually?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these customers are still with us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85% of the 254 customers who never turned autopay back on are still active today, most likely paying their bill manually. Only 15% (38 customers) have actually left.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56232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QUESTION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Group Riskier Than a Typical Customer?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this group's 60-day churn rate to everyone else's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this group churns at about 3 times the normal rate — 15% versus roughly 5% for a typical customer over the same 60 days. It's a real signal, worth watching, even though it's not costing us much today.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2432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QUESTION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Costing 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what the 38 customers who left actually owed 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929488" y="1984248"/>
            <a:ext cx="45720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8" name="Text 6"/>
          <p:cNvSpPr/>
          <p:nvPr/>
        </p:nvSpPr>
        <p:spPr>
          <a:xfrm>
            <a:off x="929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Most Left Owing Nothing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9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31 of the 38 customers who left (82%) owed us nothing at all when they left.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9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7 of the 38 (18%) left with any past-due balance on their account.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9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Across all 38 customers, total past-due debt was $1,959.28 — about $52 per customer on average.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488" y="1984248"/>
            <a:ext cx="45720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6644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Money at Risk Is Small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amount owed across all 38 departed customers (past-due plus current charges) was $6,285.25.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4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That works out to under $166 per customer on average across the whole departed group.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4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is a real signal worth tracking, but not a financial emergency.</a:t>
            </a:r>
            <a:endParaRPr lang="en-US" sz="1100" dirty="0"/>
          </a:p>
        </p:txBody>
      </p:sp>
      <p:pic>
        <p:nvPicPr>
          <p:cNvPr id="18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56819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These 38 Customers?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who we expected — this isn't our riskiest group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customers who left actually have a slightly higher average credit score (827) than those who stayed (803), and somewhat shorter tenure (664 days vs. 819 days). This isn't a low-credit-risk group leaving — it looks more like ordinary customer turnover.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2432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UPFRONT ABOUT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Haven't Checked Yet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answers the core question, but it has real limits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929488" y="1984248"/>
            <a:ext cx="45720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8" name="Text 6"/>
          <p:cNvSpPr/>
          <p:nvPr/>
        </p:nvSpPr>
        <p:spPr>
          <a:xfrm>
            <a:off x="929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We Did Check (71% of the group)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9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 the 254 non-re-enrolled customers, 181 (71%) had a valid credit score on file and are included in the credit/tenure comparison.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9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confirmed churn status, financial exposure, and a fair baseline comparison for the full group of 254.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9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number in this deck is checked against real records, not estimated.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488" y="1984248"/>
            <a:ext cx="45720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6644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What's Left to Check (remaining 29%)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73 of the 254 customers (29%) had no credit score on file and were left out of the credit/tenure comparison.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4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haven't yet checked how many days typically pass between the card-change call and churn, or whether these customers called in before leaving.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4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also haven't confirmed with the Chase account team whether card type explains why some cards update automatically and others don't.</a:t>
            </a:r>
            <a:endParaRPr lang="en-US" sz="1100" dirty="0"/>
          </a:p>
        </p:txBody>
      </p:sp>
      <p:pic>
        <p:nvPicPr>
          <p:cNvPr id="18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3794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who don't re-enroll are still with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(216 of 254) of the customers who removed autopay after a card-change call and never turned it back on are still active today — most likely paying manually.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889504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15% who left churn at about 3 times the normal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a 5.25% baseline churn rate for a typical customer, this group's 15% churn rate is a real, elevated signal — not noise.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941064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money at risk is small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38 customers who left owed a total of $1,959.28 past-due — about $52 each on average. This is not a costly problem today.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992624"/>
            <a:ext cx="365760" cy="54864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our riskiest customers who are leaving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468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left actually have a slightly higher credit score and shorter tenure than those who stayed — this looks like normal turnover, not a credit-risk red flag.</a:t>
            </a:r>
            <a:endParaRPr lang="en-US" sz="1150" dirty="0"/>
          </a:p>
        </p:txBody>
      </p:sp>
      <p:pic>
        <p:nvPicPr>
          <p:cNvPr id="1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Jonathan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3794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3x-elevated churn rate worth a proactive fix?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the money at risk is small today, is this worth a light-touch fix like a reminder to re-enroll, or is it acceptable normal churn?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889504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fold in the reminder-communication idea from the Remy meeting?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Remy suggested a friendly reminder to re-enroll in autopay — should that be scoped as the direct follow-up action here?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941064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confirm the Chase seamless-update mechanism before going further?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removals by card type/issuer would sharpen this analysis, but depends on confirming that mechanism with the Chase account team first — worth chasing down now?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992624"/>
            <a:ext cx="365760" cy="54864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the 73 excluded customers looked at separately?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468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 meaningful 29% of the group and were left out of the credit/tenure comparison entirely because of a missing credit score — worth a follow-up look?</a:t>
            </a:r>
            <a:endParaRPr lang="en-US" sz="1150" dirty="0"/>
          </a:p>
        </p:txBody>
      </p:sp>
      <p:pic>
        <p:nvPicPr>
          <p:cNvPr id="1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28016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404872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350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timing between the card-change call and churn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7066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many days typically pass before a non-re-enrolled customer actually leaves — tells us if this is an early-warning signal or a lagging one.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364992"/>
            <a:ext cx="365760" cy="36576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310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these customers called in before leaving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36667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if there was a collections or disconnect-related call before churn, to understand whether the exit was visible to us or a quiet walk-away.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2702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Chase seamless-update mechanism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46268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Chase account team to confirm which card types auto-update on expiration, so we can segment removals by card type with confidence.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5285232"/>
            <a:ext cx="365760" cy="36576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303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lightweight re-enrollment reminder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55869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elevated but low-cost churn signal, a simple reminder to re-enroll (as Remy suggested) may be enough — no major process change needed.</a:t>
            </a:r>
            <a:endParaRPr lang="en-US" sz="1150" dirty="0"/>
          </a:p>
        </p:txBody>
      </p:sp>
      <p:pic>
        <p:nvPicPr>
          <p:cNvPr id="17" name="Image 1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2026-08-05T17:34:30Z</dcterms:created>
  <dcterms:modified xsi:type="dcterms:W3CDTF">2026-08-05T17:34:30Z</dcterms:modified>
</cp:coreProperties>
</file>