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"I want to walk through a follow-up analysis on autopay removal calls. Our original analysis used a current-status snapshot, and we've now rebuilt it using real historical event data from Salesforce, plus tested three specific mechanisms you proposed as explanations. The headline is a significant reversal from what we originally found."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"Out of all Remove Autopay calls, 66.8% come from long-tenured customers who've been on autopay 90 or more days. Only 15.2% are new enrollees within their first 30 days — that's a correction from our original finding of 38%. We also found that about two-thirds of removal calls happen within two weeks of the customer's next bill due date. And critically: of the three specific mechanisms you proposed — telesales clawback, deposit-waiver loophole, agent gaming — none of them showed up as meaningful drivers of call volume when we tested them directly."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reason our finding reversed is really about methodology. The original analysis only looked at each customer's current autopay status — a snapshot. This new version finds the actual date autopay was turned on using Salesforce's real event log. About 21% of calls didn't have a logged 'Add' event at all, because autopay chosen at enrollment isn't logged the same way as a later change — we filled that gap using the enrollment date instead, and were transparent about how many rows used that fallback."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"We tested each of the three mechanisms you proposed directly against the data. The deposit-waiver loophole: customers in the 600 to 699 credit score band who got their deposit waived by enrolling in autopay — essentially none of them called to remove it afterward. The telesales clawback: only 29 out of 140,835 telesales-enrolled customers ever called to remove autopay in their entire history, and none within the 60-day clawback window. And agent gaming: once we excluded an automated system account that was skewing the numbers, real agent-level removal volume was smooth and evenly distributed — no standout agent. None of these are drivers of call volume, which is a useful, honest result — it means we're not chasing the wrong explanation."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"Two things I want your input on: first, since none of the three mechanisms panned out, do you want us to explore other explanations, or is this a solid negative finding worth documenting as-is? Second, given the due-date signal is real, should that feed into future proactive outreach planning? "
Closing: "Next steps on our end: we'll push the final SQL to GitHub, look at whether this due-date signal connects with the Task 3 usage-alert work, and if you still want to chase agent gaming, we'd need a more targeted test looking at retention ratios per enrolling agent specifically."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Removal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really driving these calls?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using real Salesforce event history, not a current-status snapshot.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94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calls from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long-tenured customers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(90+ days on autopay)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2194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93592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new enrollees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(0-30 days) — corrected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original 38%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2784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2784" y="2194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55664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happen within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of a bill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due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34856" y="18745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34856" y="2194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317736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mechanisms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as call-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drivers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snapshot-based analysis said 38% of removal calls came from customers on autopay less than 30 days. Real event data tells a very different story.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325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tenure finding was built on a current-status snapshot. Rebuilding with real Salesforce enrollment/removal events reversed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423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removal is overwhelmingly a long-tenured-customer behavior, not a new-enrollee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near a due date is a real, moderate pattern — worth exploring for proactive outreach, though not overwhelming (31.5% still call 15+ days out).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Reversal Happened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method: looked at each customer's CURRENT autopay status — a snapshot in time.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method: found the exact date autopay was really turned on, using Salesforce's event log — real history, not a guess.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21% of calls had no logged 'Add' event at all — because autopay chosen at enrollment isn't logged the same way as autopay changed later. We filled this gap using enrollment date instead.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Proposed Mechanisms, Tested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was tested directly against the data. None showed up as a meaningful driver.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554480"/>
            <a:ext cx="10241280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55448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Deposit-waiver loophole (credit score 600-699, deposit waived for enrolling in autopay): ~0% of these customers later called to remove autopay.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2743200"/>
            <a:ext cx="10241280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74320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Telesales incentive clawback (60-day window): only 29 of 140,835 telesales-enrolled customers ever called to remove autopay, and none within the 60-day window.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8720" y="3931920"/>
            <a:ext cx="10241280" cy="96012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9319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agent gaming: after excluding an automated system account, real agent-level removal volume declined smoothly with no standout outlier.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finding is still a finding — ruling these out prevents wasted effort chasing the wrong explanation.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Discussion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none of the 3 mechanisms confirmed, explore other explanations or document as a negative finding?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due-date proximity feed into future proactive-outreach plans?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21% with no logged Add event, is the FlowStart fallback acceptable, or is there a better source?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final SQL to GitHub.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linking due-date proximity to the Task 3 usage-alert targeting work.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agent gaming still suspected, a more targeted test (e.g., short-retention ratio per agent) is the logical next step.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Task 5's original monthly-trend and channel findings alongside this corrected tenure data.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2026-07-22T22:59:24Z</dcterms:created>
  <dcterms:modified xsi:type="dcterms:W3CDTF">2026-07-22T22:59:24Z</dcterms:modified>
</cp:coreProperties>
</file>