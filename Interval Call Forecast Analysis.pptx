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Average Forecast Error: Direct vs. Hybrid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Forecast Error (%)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B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6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Direct Average
(day-of-week × time slot)</c:v>
                  </c:pt>
                  <c:pt idx="1">
                    <c:v>Hybrid Method
(daily total × time-of-day share)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47.9</c:v>
                </c:pt>
                <c:pt idx="1">
                  <c:v>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Forecasting Method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Average Error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Average Forecast Error by Time-Bucket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Forecast Error (%)</c:v>
                </c:pt>
              </c:strCache>
            </c:strRef>
          </c:tx>
          <c:spPr>
            <a:solidFill>
              <a:srgbClr val="0040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40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B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6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15-Minute
(as requested)</c:v>
                  </c:pt>
                  <c:pt idx="1">
                    <c:v>30-Minute</c:v>
                  </c:pt>
                  <c:pt idx="2">
                    <c:v>Hourly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47.9</c:v>
                </c:pt>
                <c:pt idx="1">
                  <c:v>42.6</c:v>
                </c:pt>
                <c:pt idx="2">
                  <c:v>44.6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Time-Bucket Size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Average Error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4061"/>
                </a:solidFill>
                <a:latin typeface="Arial"/>
              </a:rPr>
              <a:t>The 18 Requested Queues, by Coverage Tier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Queues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B86"/>
              </a:solidFill>
              <a:effectLst/>
            </c:spPr>
          </c:dPt>
          <c:dPt>
            <c:idx val="1"/>
            <c:bubble3D val="0"/>
            <c:spPr>
              <a:solidFill>
                <a:srgbClr val="F4A600"/>
              </a:solidFill>
              <a:effectLst/>
            </c:spPr>
          </c:dPt>
          <c:dPt>
            <c:idx val="2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bubble3D val="0"/>
            <c:spPr>
              <a:solidFill>
                <a:srgbClr val="D9DEE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Forecastable now
(15-minute model)</c:v>
                </c:pt>
                <c:pt idx="1">
                  <c:v>Sparse
(daily view only)</c:v>
                </c:pt>
                <c:pt idx="2">
                  <c:v>Zero volume
(no calls in 90 days)</c:v>
                </c:pt>
                <c:pt idx="3">
                  <c:v>Missing entirely
(not in the data)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786384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651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15-MINUTE INTERVAL FORECAST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STAFFING?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3152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Texas South Care queues checked, two forecasting methods tested, and an anomaly alert that already found a real incident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6455664"/>
            <a:ext cx="3047238" cy="128016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6" name="Shape 3"/>
          <p:cNvSpPr/>
          <p:nvPr/>
        </p:nvSpPr>
        <p:spPr>
          <a:xfrm>
            <a:off x="3047238" y="6455664"/>
            <a:ext cx="3047238" cy="128016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7" name="Shape 4"/>
          <p:cNvSpPr/>
          <p:nvPr/>
        </p:nvSpPr>
        <p:spPr>
          <a:xfrm>
            <a:off x="6094476" y="6455664"/>
            <a:ext cx="3047238" cy="128016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Shape 5"/>
          <p:cNvSpPr/>
          <p:nvPr/>
        </p:nvSpPr>
        <p:spPr>
          <a:xfrm>
            <a:off x="9141714" y="6455664"/>
            <a:ext cx="3047238" cy="128016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658600" y="6144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1430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interval-level call forecast is the current top priority: a 15-minute forecast for the next 3 months, scoped to the 18 Texas South Care queues Bidya and Bindu defined, plus a deviation alert so the team can catch real problems — like the August 12th payment system outage — as they happen, not after the fact. Jonathan set 90% accuracy as an acceptable near-term ceiling for now, since even that beats the legacy forecast's 10–30% miss rate.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379476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92277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find out how accurately we can predict call volume in 15-minute windows, for each of the 18 queues, and build an early-warning flag for when a real day looks unusual.</a:t>
            </a:r>
            <a:endParaRPr lang="en-US" sz="1250" dirty="0"/>
          </a:p>
        </p:txBody>
      </p:sp>
      <p:pic>
        <p:nvPicPr>
          <p:cNvPr id="8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9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040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46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the 18 requested queues to real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real queue name in the raw call system against Bidya's list — 17 matched (with small naming differences), 1 doesn't exist anywhere in the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1746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real 15-minute call buckets from raw call records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20391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exact timestamp on every call to group them into 15-minute windows, per queue, per day — including true zero-call windows, not just windows that happened to have calls.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026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two forecasting methods, both backtested honestly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33192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day-of-week + time-of-day average, and a hybrid method (daily forecast × typical time-of-day share). Each tested using leave-one-out — never checked against the same data it learned from.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063240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3026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a deviation alert on top of the forecast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66560" y="33192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15-minute window as unusual using how many standard deviations it sits from its own normal pattern — not one flat rule for every queue and time of day.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1143000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5537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 pull and check real records from our IVR call logs, and Python to build the 15-minute buckets, run the backtests, and build the deviation alert. Nothing outside our own systems.</a:t>
            </a:r>
            <a:endParaRPr lang="en-US" sz="1150" dirty="0"/>
          </a:p>
        </p:txBody>
      </p:sp>
      <p:pic>
        <p:nvPicPr>
          <p:cNvPr id="23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24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WORK, NOT GUESSWORK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Queue List to Real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18 requested queues found — 1 doesn't exist anywhere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17 Queues Confirmed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the 18 queues Bidya provided were found in the real call data — often under slightly different formatting (extra spaces, dashes) than how they were originally written down.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Filenames and lists can't be trusted at face value — we verified every single queue name against real call records rather than assuming the original list matched exactly.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 Queue Missing Entirely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SPA_OTC_Outbound_FCC_Consent_Yes_Active does not exist anywhere in the data, under any name — not a typo or formatting issue, it's simply never been called.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been flagged to Jonathan and Bidya to confirm whether this queue is still active, or whether Spanish-language “yes, active” consent calls route somewhere else entirely.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1143000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471416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build a forecast for 17 of the 18 queues on the list. The 18th one isn't in our data at all — that's a real open question for Jonathan and Bidya, not something we can resolve ourselves.</a:t>
            </a:r>
            <a:endParaRPr lang="en-US" sz="1250" dirty="0"/>
          </a:p>
        </p:txBody>
      </p:sp>
      <p:pic>
        <p:nvPicPr>
          <p:cNvPr id="14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5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Hybrid Method Help?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direct comparison — not the result we expected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2880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828800"/>
            <a:ext cx="4709160" cy="4023360"/>
          </a:xfrm>
          <a:prstGeom prst="roundRect">
            <a:avLst>
              <a:gd name="adj" fmla="val 1818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4231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approach — forecast the day's total, then split it by each interval's usual share — was built specifically to reduce noise. 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didn't help. 48.0% vs. 47.9% is not a meaningful difference.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tells us the noise isn't in how calls split across the day — it's that even the daily total, for a single queue, is itself noisy. Company-wide daily totals smooth out; one queue's daily total doesn't.</a:t>
            </a:r>
            <a:endParaRPr lang="en-US" sz="1150" dirty="0"/>
          </a:p>
        </p:txBody>
      </p:sp>
      <p:pic>
        <p:nvPicPr>
          <p:cNvPr id="10" name="Image 0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1" name="Image 1" descr="/home/claude/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Granularity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time windows genuinely help — but not dramatically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288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2880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tradeoff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2423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buckets are the most accurate — not hourly, which is a bit counterintuitive.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improvement is modest: about 5 points of error, not a breakthrough.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buckets tell WFM exactly which quarter-hour to staff for; 30-minute is more accurate but less precise. This is a real decision for Jonathan, not something we can resolve on our own.</a:t>
            </a:r>
            <a:endParaRPr lang="en-US" sz="1150" dirty="0"/>
          </a:p>
        </p:txBody>
      </p:sp>
      <p:pic>
        <p:nvPicPr>
          <p:cNvPr id="10" name="Image 0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1" name="Image 1" descr="/home/claude/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Real Spikes: Does the Alert Work?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re-discovered a real incident, without being told about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independently found the August 12th payment outage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August 12th at 8:45am, Billing ENG South actually got 90 calls — we'd forecasted about 36. The alert flagged it. That's the exact same date and root cause (the Chase payment processing outage) already confirmed separately in the Repeat Caller Follow-Ups work. The alert found a real, known incident on its own, using nothing but the call pattern.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deviations — the trigger threshold. Adjustable up or down, same as any tunable cutoff.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34290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0.5%–2%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4340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15-min windows would have been flagged — a sensible, non-noisy rate for the queues with enough volume to alert 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34290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9244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vs. a forecast of 60 — the single largest spike found, on July 14th, still worth a look to confirm the cause.</a:t>
            </a:r>
            <a:endParaRPr lang="en-US" sz="1100" dirty="0"/>
          </a:p>
        </p:txBody>
      </p:sp>
      <p:pic>
        <p:nvPicPr>
          <p:cNvPr id="18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9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Queue List Could We Actually Forecast?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call volume, we cover almost everything — by queue count, less so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2880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82880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0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0" y="2395728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forecastable queues cover 99.6% of all real call volume — the coverage gap is about queue count, not missed calls.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sparse queues get a simple daily view instead — not enough volume to trust a 15-minute number.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sparse queue has a real, sharp pattern worth noting: OTC_Outbound_FCC_Consent_Yes_Active gets almost all its calls on Thursdays — likely a scheduled outbound push, not organic volume.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Hotline South-SPA had zero calls across the full 90 days — flagged as unforecastable with current history, not silently dropped.</a:t>
            </a:r>
            <a:endParaRPr lang="en-US" sz="1100" dirty="0"/>
          </a:p>
        </p:txBody>
      </p:sp>
      <p:pic>
        <p:nvPicPr>
          <p:cNvPr id="10" name="Image 0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1" name="Image 1" descr="/home/claude/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35608"/>
            <a:ext cx="128016" cy="12801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624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18 requested queues confirmed against real data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18th, SPA_OTC_Outbound_FCC_Consent_Yes_Active, doesn't exist anywhere — flagged for Jonathan and Bidya to confirm.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532888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734056"/>
            <a:ext cx="128016" cy="128016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609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15-minute granularity, the honest accuracy ceiling is ~48% error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statistical limit of small per-window call counts, not a flaw in the method — the hybrid approach didn't improve on it either.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31336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4032504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593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buckets meaningfully improve accuracy — to 42.6% error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33425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worth-discussing tradeoff between staffing precision (15-min) and forecast accuracy (30-min).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129784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5330952"/>
            <a:ext cx="128016" cy="128016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deviation alert already re-discovered a real incident on its own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563270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independently flagged the exact August 12th payment outage already confirmed in the Repeat Caller Follow-Ups work — real proof the method works.</a:t>
            </a:r>
            <a:endParaRPr lang="en-US" sz="1200" dirty="0"/>
          </a:p>
        </p:txBody>
      </p:sp>
      <p:pic>
        <p:nvPicPr>
          <p:cNvPr id="19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20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Jonathan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granularity should the final forecast use — 15-minute or 30-minute?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is what was originally requested and gives WFM more precise timing; 30-minute is meaningfully more accurate (42.6% vs. 47.9% error). Worth trading precision for accuracy?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532888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SPA_OTC_Outbound_FCC_Consent_Yes_Active actually exist, under a different name?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nowhere in the real call data under any spelling we could find. Should we treat the scope as 17 queues, or is there a naming mismatch to track down with Bidya?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831336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50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ENG and SPA be forecasted separately, or combined per queue?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43159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18 queues is already split English/Spanish at the source. We built them as 10 separate forecasts — is that the right call, or did you want one combined forecast per queue pair?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5129784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52486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upcoming IVR containment changes factor into the forecast?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561441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IVR changes reduce how many calls reach these queues, the forecast will start overpredicting. Should we build a recency-weighted adjustment, or handle this a different way?</a:t>
            </a:r>
            <a:endParaRPr lang="en-US" sz="1150" dirty="0"/>
          </a:p>
        </p:txBody>
      </p:sp>
      <p:pic>
        <p:nvPicPr>
          <p:cNvPr id="15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56032"/>
            <a:ext cx="566928" cy="146304"/>
          </a:xfrm>
          <a:prstGeom prst="rect">
            <a:avLst/>
          </a:prstGeom>
        </p:spPr>
      </p:pic>
      <p:pic>
        <p:nvPicPr>
          <p:cNvPr id="16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566928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786384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993392"/>
            <a:ext cx="292608" cy="292608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granularity, the missing queue, and ENG/SPA scope with Jonathan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331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open decisions — all blocking the final build, none of them ours to resolve alone.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44952"/>
            <a:ext cx="292608" cy="292608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017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final forecast at whichever granularity is chosen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383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(SQL pull → backtest → forward forecast) already works — this is a re-run, not a rebuild.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096512"/>
            <a:ext cx="292608" cy="292608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069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deviation alert into an ongoing check, not just a backtest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it only runs against history — next step is running it against new days as they come in.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5148072"/>
            <a:ext cx="292608" cy="292608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Jonathon Peters on his Power BI queue work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separately building reports off similar queue data — worth sharing the query layer so we're not duplicating effort.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455664"/>
            <a:ext cx="3047238" cy="128016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8" name="Shape 15"/>
          <p:cNvSpPr/>
          <p:nvPr/>
        </p:nvSpPr>
        <p:spPr>
          <a:xfrm>
            <a:off x="3047238" y="6455664"/>
            <a:ext cx="3047238" cy="128016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4476" y="6455664"/>
            <a:ext cx="3047238" cy="128016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1714" y="6455664"/>
            <a:ext cx="3047238" cy="128016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21" name="Image 1" descr="/home/claude/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144768"/>
            <a:ext cx="566928" cy="1463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658600" y="6309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2026-08-17T19:40:59Z</dcterms:created>
  <dcterms:modified xsi:type="dcterms:W3CDTF">2026-08-17T19:40:59Z</dcterms:modified>
</cp:coreProperties>
</file>