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What Happened on Each Repeat Call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Repeat Calls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Talked to
a Person</c:v>
                  </c:pt>
                  <c:pt idx="1">
                    <c:v>Used Self-Service,
Paid Successfully</c:v>
                  </c:pt>
                  <c:pt idx="2">
                    <c:v>Used Self-Service,
Struggled a While</c:v>
                  </c:pt>
                  <c:pt idx="3">
                    <c:v>Used Self-Service,
Quick &amp; Fine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32.4</c:v>
                </c:pt>
                <c:pt idx="2">
                  <c:v>11</c:v>
                </c:pt>
                <c:pt idx="3">
                  <c:v>37.4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What Happened on the Call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Percent of Repeat Calls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What Customers Actually Said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Calls with a Written Summary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Negotiating a
Payment Plan</c:v>
                  </c:pt>
                  <c:pt idx="1">
                    <c:v>Confirming a Payment
Beat a Disconnect Date</c:v>
                  </c:pt>
                  <c:pt idx="2">
                    <c:v>Still Unhappy
After the Call</c:v>
                  </c:pt>
                  <c:pt idx="3">
                    <c:v>System Glitch
(No Real Response)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27.7</c:v>
                </c:pt>
                <c:pt idx="1">
                  <c:v>18.3</c:v>
                </c:pt>
                <c:pt idx="2">
                  <c:v>2.4</c:v>
                </c:pt>
                <c:pt idx="3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Reason for Calling Again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Percent of Calls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3047924" cy="548640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6309360"/>
            <a:ext cx="3047924" cy="548640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309360"/>
            <a:ext cx="3047924" cy="548640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6309360"/>
            <a:ext cx="3047924" cy="548640"/>
          </a:xfrm>
          <a:prstGeom prst="rect">
            <a:avLst/>
          </a:prstGeom>
          <a:solidFill>
            <a:srgbClr val="00B9B3"/>
          </a:solidFill>
          <a:ln/>
        </p:spPr>
      </p:sp>
      <p:pic>
        <p:nvPicPr>
          <p:cNvPr id="6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17320" cy="369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CUSTOMERS CALL US MORE THAN ONCE A DAY?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and what it really means</a:t>
            </a:r>
            <a:endParaRPr lang="en-US" sz="1600" dirty="0"/>
          </a:p>
        </p:txBody>
      </p:sp>
      <p:pic>
        <p:nvPicPr>
          <p:cNvPr id="9" name="Image 1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56232" cy="274320"/>
          </a:xfrm>
          <a:prstGeom prst="roundRect">
            <a:avLst>
              <a:gd name="adj" fmla="val 166667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GOAL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Doing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noticed something that seemed surprising: about 30 out of every 100 customers who call us end up calling more than once in the same day. That's a lot, and he wanted to understand it better — not just people calling an agent again and again, but also people going through our automated phone system (the IVR) multiple times without ever talking to a person.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find out: how many customers really call more than once a day, and what's actually making them do that?</a:t>
            </a:r>
            <a:endParaRPr lang="en-US" sz="150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4825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This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every call from the last month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call to our Care team in July, both the ones that reached a person and the ones that stayed in the automated system.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how many times each customer called, per day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customer, we counted how many separate times they called us on the same day.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whether each call actually reached a person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separated calls that talked to an agent from calls that stayed in the automated system only.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663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real written summaries of what customers said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calls that reached an agent, we read the actual notes describing what the customer needed.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SQL — a way of asking our company's databases direct questions — to pull and check the real records. Nothing outside our own systems.</a:t>
            </a:r>
            <a:endParaRPr lang="en-US" sz="1300" dirty="0"/>
          </a:p>
        </p:txBody>
      </p:sp>
      <p:pic>
        <p:nvPicPr>
          <p:cNvPr id="23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24328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WORK, NOT GUESSWORK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Caught Along the Way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problems found and fixed before trusting any number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7" name="Shape 5"/>
          <p:cNvSpPr/>
          <p:nvPr/>
        </p:nvSpPr>
        <p:spPr>
          <a:xfrm>
            <a:off x="929488" y="1984248"/>
            <a:ext cx="45720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8" name="Text 6"/>
          <p:cNvSpPr/>
          <p:nvPr/>
        </p:nvSpPr>
        <p:spPr>
          <a:xfrm>
            <a:off x="929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Our First Number Was Too 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9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Our first check said only about 1 in 10 customers call more than once a day. Jonathan's own number said almost 3 in 10 — a big gap.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9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tested every real explanation: counting by phone number instead of account, a data-entry quirk with anonymous callers, even a different way of counting the total customer base. None of it explained the gap.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9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real answer: our version was counting calls that never actually connected to anyone (dropped or abandoned calls). Once we only counted calls that truly connected, our number matched Jonathan's almost exactly.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24448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4488" y="1984248"/>
            <a:ext cx="45720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6644488" y="21488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Some “Customers” Weren't Real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8" y="27889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few account numbers showed an enormous number of calls in a single day — one showed 374 calls in one month alone.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4488" y="384048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When we looked closer, 95% of those calls never even connected to anyone — a strong sign this was a system glitch, not a real person calling.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4488" y="489204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Fix: we excluded these unusual accounts before counting real repeat callers, so they wouldn't distort the results.</a:t>
            </a:r>
            <a:endParaRPr lang="en-US" sz="1100" dirty="0"/>
          </a:p>
        </p:txBody>
      </p:sp>
      <p:pic>
        <p:nvPicPr>
          <p:cNvPr id="18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56819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People Call More Than Once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it is healthy self-service — not people stuck or frustrated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9164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only about 1 in 10 repeat calls shows someone genuinely stuck or struggling. The rest is either a real conversation with an agent, or self-service that worked just fine.</a:t>
            </a:r>
            <a:endParaRPr lang="en-US" sz="125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56232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REASONS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Reasons People Call Again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actual call notes, not guessing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69164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the #1 reason is money trouble — people working out a payment plan. The #2 reason is anxious customers making sure a payment posts before their service gets shut off.</a:t>
            </a:r>
            <a:endParaRPr lang="en-US" sz="1250" dirty="0"/>
          </a:p>
        </p:txBody>
      </p:sp>
      <p:pic>
        <p:nvPicPr>
          <p:cNvPr id="9" name="Image 0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37944"/>
            <a:ext cx="36576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repeat-call rate matches what Jonathan expected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13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 of customers call more than once a day, once we count it the right way — close to his 29.3%.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889504"/>
            <a:ext cx="36576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caught two real data problems before trusting any number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Uncounted disconnected calls, and a few account numbers that were really system glitches, not real people.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941064"/>
            <a:ext cx="36576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repeat calling is not a sign of a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 out of 10 repeat calls are either a normal agent conversation or self-service that worked fine.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992624"/>
            <a:ext cx="365760" cy="54864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driver, when there is one, is money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468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plans and anxious “did my payment post in time” calls make up the two biggest specific reasons.</a:t>
            </a:r>
            <a:endParaRPr lang="en-US" sz="1150" dirty="0"/>
          </a:p>
        </p:txBody>
      </p:sp>
      <p:pic>
        <p:nvPicPr>
          <p:cNvPr id="19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peat_caller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28016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from here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404872"/>
            <a:ext cx="365760" cy="36576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350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closer at the payment-plan callers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7066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biggest driver — worth understanding if self-service could handle more of this.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3364992"/>
            <a:ext cx="365760" cy="36576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310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repeat calling clusters on certain days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36667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if it follows the same Monday/holiday patterns we've found in other work.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2702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system-glitch accounts at the source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46268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future counts aren't thrown off by calls that never really happened.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5285232"/>
            <a:ext cx="365760" cy="36576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2303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findings into the self-service improvement conversation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" y="55869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most repeat calls are healthy, focus efforts on the real struggling minority.</a:t>
            </a:r>
            <a:endParaRPr lang="en-US" sz="1150" dirty="0"/>
          </a:p>
        </p:txBody>
      </p:sp>
      <p:pic>
        <p:nvPicPr>
          <p:cNvPr id="17" name="Image 1" descr="/home/claude/repeat_caller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2026-08-05T17:34:30Z</dcterms:created>
  <dcterms:modified xsi:type="dcterms:W3CDTF">2026-08-05T17:34:30Z</dcterms:modified>
</cp:coreProperties>
</file>