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Autopay removal calls were originally thought to be dominated by new enrollees (38% within 30 days), based on a current-status snapshot. Rebuilding with real historical Salesforce event data reverses this: only 15.2% are new enrollees, and 66.8% come from long-tenured customers (90+ days on autopay). We also tested three specific mechanisms Jonathan proposed as explanations -- a telesales incentive clawback, a credit-score deposit-waiver loophole, and internal agent gaming -- and none showed up as meaningful drivers of call volume. A real, moderate signal did emerge around due-date timing: about two-thirds of removal calls happen within two weeks of a bill being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Removal: What's Really Driving These Calls?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Follow-Up  |  Rebuilt with Real Event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0756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calls from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long-tenured customers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thought to be 38% new)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0756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from new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enrollees (0-30 days)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corrected from 38%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0756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happen within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a bill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20756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mechanisms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as drivers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(tested rigorously)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tenure using real Salesforce enrollment/removal event history, not a current-status snapshot — this reversed our original finding.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is mostly a long-tenured-customer behavior, not a new-enrollee one.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near a due date is a real, moderate pattern — worth exploring for proactive outreach.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Tested (Ruled Out)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Deposit-waiver loophole (score 600-699): ~0% of waiver recipients call to remove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Telesales incentive clawback: only 29 of 140,835 telesales customers ever called, none within 60 days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gaming: no standout agent — removal volume is smooth and evenly distributed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2026-07-21T15:19:39Z</dcterms:created>
  <dcterms:modified xsi:type="dcterms:W3CDTF">2026-07-21T15:19:39Z</dcterms:modified>
</cp:coreProperties>
</file>