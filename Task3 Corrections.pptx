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3A5C"/>
                </a:solidFill>
                <a:latin typeface="Arial"/>
              </a:rPr>
              <a:t>Score≤500 Population Narrowed by Each Filter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3D8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Score≤500</c:v>
                  </c:pt>
                  <c:pt idx="1">
                    <c:v>+ No Deposit</c:v>
                  </c:pt>
                  <c:pt idx="2">
                    <c:v>+ Not Frequent Contact
(Final Flag)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1817</c:v>
                </c:pt>
                <c:pt idx="1">
                  <c:v>1018</c:v>
                </c:pt>
                <c:pt idx="2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C1E0"/>
                </a:solidFill>
              </a:rPr>
              <a:t>TASK 3  ·  USAGE-ALERT TARGETING MODEL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Refined &amp; Validated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</a:rPr>
              <a:t>A refined, evidence-based trigger for proactive bill-confusion outreach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8100">
            <a:solidFill>
              <a:srgbClr val="3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E0"/>
                </a:solidFill>
              </a:rPr>
              <a:t>Momna Ali  ·  Associate Data Scientist  ·  South Mass Market &amp; Canada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E0"/>
                </a:solidFill>
              </a:rPr>
              <a:t>Prepared for Jonathan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92608" cy="29260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1790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</a:rPr>
              <a:t>Corrected base population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34840" y="1517904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Texas-residential filter applied to the customer base and to the call population, using the same active-status logic validated in Task 4.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59152"/>
            <a:ext cx="292608" cy="29260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59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3113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</a:rPr>
              <a:t>Tenure bucketing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34840" y="2231136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Days-since-enrollment computed directly from FlowStart, bucketed as ≤14 months vs. &gt;14 months per your correction.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072384"/>
            <a:ext cx="292608" cy="29260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72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9443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</a:rPr>
              <a:t>Deposit / waiver flag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34840" y="2944368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DepositPaid treated as a real dollar amount, not a flag — correctly separates customers with a deposit cushion from those without.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02736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785616"/>
            <a:ext cx="292608" cy="29260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</a:rPr>
              <a:t>Frequent-contact flag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34840" y="3657600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Customers with 2+ calls in the prior 30 days are flagged as already self-reporting, so they're excluded from a new proactive alert.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498848"/>
            <a:ext cx="292608" cy="29260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98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3708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</a:rPr>
              <a:t>Context-aware trigger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34840" y="4370832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Replaces the simple “score&lt;500 AND usage&gt;20%” rule with a combined signal: low score, no deposit cushion, not already frequently contacting.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212080"/>
            <a:ext cx="292608" cy="29260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212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50840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</a:rPr>
              <a:t>Comm rule documented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434840" y="5084064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Email/SMS only, capped at once per bill period, as agreed.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925312"/>
            <a:ext cx="292608" cy="29260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925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8720" y="579729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</a:rPr>
              <a:t>12-month usage baseline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434840" y="5797296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Built per customer from bill-level usage; flagged as partial when fewer than 10 bills of history exist.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3 — Usage-Alert Targeting Model  |  Refined &amp; Validated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Base population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749040" y="170992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169164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640,860 active Texas-residential customers form the corrected starting population.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Corrected call population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49040" y="267004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65176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24,878 Texas-residential customers with a valid ID called about Bill Explanation or Bill Dispute.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Refined flag rate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49040" y="363016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361188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900 customers (3.6%) meet the context-aware trigger — down from a much broader pool under the original simple rule.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72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Tenure split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49040" y="459028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457200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Roughly balanced across ≤14 and &gt;14 month tenure groups — tenure alone isn't a dominant driver.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32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Usage baseline coverage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749040" y="5550408"/>
            <a:ext cx="0" cy="649224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553212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Most customers have a full 12-month baseline; newer customers are flagged as partial rather than silently treated as equal.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3 — Usage-Alert Targeting Model  |  Refined &amp; Validated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Refined Trigger Narrows the Population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760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46304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1600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Why this matters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0" y="19202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Roughly half of the low-score population already has a deposit cushion or is already reaching out on their own — the refined rule avoids flagging them again.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320040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3337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Result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0" y="36576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900 of 24,878 customers (3.6%) meet all three conditions — low score, no deposit, not already frequent contact.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0" y="49377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50292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8E5A"/>
                </a:solidFill>
              </a:rPr>
              <a:t>This narrows false-positive risk by roughly half compared to score and usage alone.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3 — Usage-Alert Targeting Model  |  Refined &amp; Validated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Gaps Worth Flagging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Pre-bill usage signal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Every usage field in this schema lives on a bill or invoice table — none update before a bill generates. There's no current source that supports a usage-increase trigger that fires ahead of billing, as originally scoped.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860B"/>
                </a:solidFill>
              </a:rPr>
              <a:t>Current workaround: baseline built from the last 12 months of bill-level usage instead of a live pre-bill feed.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Payment-behavior (“eventual payer”) signal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The debt-sale buyback table doesn't capture repayment — buybacks are driven by fraud, death, bankruptcy, and administrative error, not by customers eventually paying. This source can't distinguish eventual-payers from true write-offs.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860B"/>
                </a:solidFill>
              </a:rPr>
              <a:t>This signal is not currently included in the targeting model.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3 — Usage-Alert Targeting Model  |  Refined &amp; Validated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From Here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Needs Jonathan's Input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37944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0992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Usage baseline: rolling average vs. fixed snapshot at enrollment.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2432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Path forward on the two open data gaps (pre-bill usage, payment-behavior signal).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Next Steps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837944"/>
            <a:ext cx="128016" cy="128016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0992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Pilot the 900-customer flag list on a smaller batch first; track whether they call in or fall behind before scaling to full rollout.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889504"/>
            <a:ext cx="128016" cy="128016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76148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Run the flag list on a regular refresh cadence (e.g., weekly, ahead of each bill cycle) rather than as a one-time list.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941064"/>
            <a:ext cx="128016" cy="128016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81304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Build a feedback loop: once a flagged customer's confusion resolves, exclude them from repeat targeting that same bill cycle.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4992624"/>
            <a:ext cx="128016" cy="128016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8646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Assign owners/timelines to the two open data gaps so they're tracked, not left as loose findings.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3 — Usage-Alert Targeting Model  |  Refined &amp; Validated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2026-07-26T17:57:54Z</dcterms:created>
  <dcterms:modified xsi:type="dcterms:W3CDTF">2026-07-26T17:57:54Z</dcterms:modified>
</cp:coreProperties>
</file>