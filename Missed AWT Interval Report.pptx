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4061"/>
                </a:solidFill>
                <a:latin typeface="Arial"/>
              </a:rPr>
              <a:t>Missed Intervals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Missed Intervals</c:v>
                </c:pt>
              </c:strCache>
            </c:strRef>
          </c:tx>
          <c:spPr>
            <a:solidFill>
              <a:srgbClr val="F4A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6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6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Minor</c:v>
                  </c:pt>
                  <c:pt idx="1">
                    <c:v>Moderate</c:v>
                  </c:pt>
                  <c:pt idx="2">
                    <c:v>Severe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19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C46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Arial"/>
                  </a:rPr>
                  <a:t>Severity Band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6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770"/>
                    </a:solidFill>
                    <a:latin typeface="Arial"/>
                  </a:rPr>
                  <a:t>Number of Intervals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6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AWT Interval Report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weekly scan for missed 2-minute wait time targets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Momna Ali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00B9B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should have to hunt for missed intervals by hand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762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WFM manually scans hundreds of half-hour intervals to find where the 2-minute average wait time (AWT) target was missed.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came from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935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directly in the Care Weekly Service Level Performance review on 8/11 - Jonathon and Momna were asked to build an automated view of every interval that misses the target.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01091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 that updates itself the moment new weekly data is entered - no manual scanning, no copy-pasting, nothing for WFM to build.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00BB8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432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walkthrough of the automation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same data WFM already enters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762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existing Data Input tab - the half-hour interval data WFM pastes in every week. Nothing new to fill 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 misses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467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out every interval where AWT Minutes exceeded 2:00 - the same threshold already defined in the Criteria Matrix.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how bad each miss was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51713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each one Minor (2:01-3:00), Moderate (3:01-5:00), or Severe (over 5:00) - using the severity bands already agreed for the weekly narrative.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529437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on its own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6875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formulas, not a script. When WFM pastes next week's numbers into Data Input, the list updates automatically - nothing to run.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4A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filtered list of misses</a:t>
            </a:r>
            <a:endParaRPr lang="en-US" sz="2800" dirty="0"/>
          </a:p>
        </p:txBody>
      </p:sp>
      <p:pic>
        <p:nvPicPr>
          <p:cNvPr id="5" name="Image 0" descr="/home/claude/deck/report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60350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0" y="173736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F5F8FB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0" y="242316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half-hour interval that missed the 2-minute target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shows severity at a glance - amber (Minor), orange (Moderate), red (Severe)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 and Abandoned Calls sit right next to each miss, so context is visible without opening Data Input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C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Missed and Severe Misses counts sit at the top, updating live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584448" cy="329184"/>
          </a:xfrm>
          <a:prstGeom prst="roundRect">
            <a:avLst>
              <a:gd name="adj" fmla="val 50000"/>
            </a:avLst>
          </a:prstGeom>
          <a:solidFill>
            <a:srgbClr val="005CB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584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8/2 - 8/8: what the report is already showing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82880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of 138 intervals missed the target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508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about 2 in 5 half-hour blocks this week - roughly matching what was already being found by hand.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306324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misses were Severe (over 5 minutes)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35204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third of all misses were the worst category - concentrated Wednesday evening and Thursday morning.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429768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 miss: 17.8 minutes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4754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7:30 PM - the same spike already flagged in the existing weekly narrative.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078224" cy="329184"/>
          </a:xfrm>
          <a:prstGeom prst="roundRect">
            <a:avLst>
              <a:gd name="adj" fmla="val 50000"/>
            </a:avLst>
          </a:prstGeom>
          <a:solidFill>
            <a:srgbClr val="00B9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JONATHON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 of decisions worth confirming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Primary Driver / Action Taken become live weekly inputs?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 those columns pull from Data Input, which is blank per-interval. If WFM starts tagging a driver/action per missed interval, the report will show it automatically - worth deciding if that's the workflow going forward.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558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replace or sit alongside the existing Daily Exception Summary?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Narrative tab already summarizes misses by day. This new tab shows every individual interval. Useful to confirm both stay, since they answer different questions.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731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same automation extend to other criteria in the matrix?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&gt;7%, forecast variance, and occupancy could get the same treatment if this approach is a good fit.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0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411480" cy="411480"/>
          </a:xfrm>
          <a:prstGeom prst="ellipse">
            <a:avLst/>
          </a:prstGeom>
          <a:solidFill>
            <a:srgbClr val="00BB86"/>
          </a:solidFill>
          <a:ln/>
        </p:spPr>
      </p:sp>
      <p:sp>
        <p:nvSpPr>
          <p:cNvPr id="4" name="Text 2"/>
          <p:cNvSpPr/>
          <p:nvPr/>
        </p:nvSpPr>
        <p:spPr>
          <a:xfrm>
            <a:off x="1508760" y="1965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workbook with Jonathon for review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005CB9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two open questions above before it becomes the standard weekly 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411480" cy="411480"/>
          </a:xfrm>
          <a:prstGeom prst="ellipse">
            <a:avLst/>
          </a:prstGeom>
          <a:solidFill>
            <a:srgbClr val="F4A600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retire the manual weekly scan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748272"/>
            <a:ext cx="3047238" cy="109728"/>
          </a:xfrm>
          <a:prstGeom prst="rect">
            <a:avLst/>
          </a:prstGeom>
          <a:solidFill>
            <a:srgbClr val="005CB9"/>
          </a:solidFill>
          <a:ln/>
        </p:spPr>
      </p:sp>
      <p:sp>
        <p:nvSpPr>
          <p:cNvPr id="10" name="Shape 8"/>
          <p:cNvSpPr/>
          <p:nvPr/>
        </p:nvSpPr>
        <p:spPr>
          <a:xfrm>
            <a:off x="3047238" y="6748272"/>
            <a:ext cx="3047238" cy="109728"/>
          </a:xfrm>
          <a:prstGeom prst="rect">
            <a:avLst/>
          </a:prstGeom>
          <a:solidFill>
            <a:srgbClr val="00BB86"/>
          </a:solidFill>
          <a:ln/>
        </p:spPr>
      </p:sp>
      <p:sp>
        <p:nvSpPr>
          <p:cNvPr id="11" name="Shape 9"/>
          <p:cNvSpPr/>
          <p:nvPr/>
        </p:nvSpPr>
        <p:spPr>
          <a:xfrm>
            <a:off x="6094476" y="6748272"/>
            <a:ext cx="3047238" cy="109728"/>
          </a:xfrm>
          <a:prstGeom prst="rect">
            <a:avLst/>
          </a:prstGeom>
          <a:solidFill>
            <a:srgbClr val="F4A6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1714" y="6748272"/>
            <a:ext cx="3047238" cy="109728"/>
          </a:xfrm>
          <a:prstGeom prst="rect">
            <a:avLst/>
          </a:prstGeom>
          <a:solidFill>
            <a:srgbClr val="00B9B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2026-08-13T23:02:40Z</dcterms:created>
  <dcterms:modified xsi:type="dcterms:W3CDTF">2026-08-13T23:02:40Z</dcterms:modified>
</cp:coreProperties>
</file>