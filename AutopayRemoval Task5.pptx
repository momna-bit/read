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Share of Removals From Brand-New Customers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Removals from New Customers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What We Assumed</c:v>
                  </c:pt>
                  <c:pt idx="1">
                    <c:v>What's Actually True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15.2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Percent of All Removals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How Customers Turn Off Autopay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Removals</c:v>
                </c:pt>
              </c:strCache>
            </c:strRef>
          </c:tx>
          <c:spPr>
            <a:solidFill>
              <a:srgbClr val="00BB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Online (Self-Service)</c:v>
                  </c:pt>
                  <c:pt idx="1">
                    <c:v>Phone Call With Agent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Percent of All Removals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Removals Happening Near the Bill Due Date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Within 2 Weeks of Next Bill Due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Phone Call Removals</c:v>
                  </c:pt>
                  <c:pt idx="1">
                    <c:v>Online Removals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69.6</c:v>
                </c:pt>
                <c:pt idx="1">
                  <c:v>65.7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Percent of Removals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250" b="0" i="0" u="none" strike="noStrike">
                <a:solidFill>
                  <a:srgbClr val="004061"/>
                </a:solidFill>
                <a:latin typeface="Arial"/>
              </a:rPr>
              <a:t>Why the Phone Calls Happened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Phone-Call Removals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Card Expired,
Lost, or Replaced</c:v>
                  </c:pt>
                  <c:pt idx="1">
                    <c:v>All Other
Phone-Call Reasons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38.1</c:v>
                </c:pt>
                <c:pt idx="1">
                  <c:v>61.9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4546A"/>
                    </a:solidFill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3047924" cy="548640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6309360"/>
            <a:ext cx="3047924" cy="548640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6309360"/>
            <a:ext cx="3047924" cy="548640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6309360"/>
            <a:ext cx="3047924" cy="548640"/>
          </a:xfrm>
          <a:prstGeom prst="rect">
            <a:avLst/>
          </a:prstGeom>
          <a:solidFill>
            <a:srgbClr val="00B9B3"/>
          </a:solidFill>
          <a:ln/>
        </p:spPr>
      </p:sp>
      <p:pic>
        <p:nvPicPr>
          <p:cNvPr id="6" name="Image 0" descr="/home/claude/task5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17320" cy="369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2402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CUSTOMERS TURN OFF AUTOPAY?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found, and what it means</a:t>
            </a:r>
            <a:endParaRPr lang="en-US" sz="1700" dirty="0"/>
          </a:p>
        </p:txBody>
      </p:sp>
      <p:pic>
        <p:nvPicPr>
          <p:cNvPr id="9" name="Image 1" descr="/home/claude/task5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56232" cy="274320"/>
          </a:xfrm>
          <a:prstGeom prst="roundRect">
            <a:avLst>
              <a:gd name="adj" fmla="val 166667"/>
            </a:avLst>
          </a:prstGeom>
          <a:solidFill>
            <a:srgbClr val="005C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THE GOAL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Doing This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month, some customers turn off their automatic bill payment (“autopay”). The team believed most of these were brand-new customers backing out early — about 38 out of every 100 removals, or 38%. That mattered because if new customers were the problem, the fix would be about how we welcome new customers. We wanted to check: is that actually true? And if not, what IS actually causing people to turn it off?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to know the REAL reasons people turn off autopay — not guess at it — so we fix the actual problem instead of the wrong one.</a:t>
            </a:r>
            <a:endParaRPr lang="en-US" sz="1500" dirty="0"/>
          </a:p>
        </p:txBody>
      </p:sp>
      <p:pic>
        <p:nvPicPr>
          <p:cNvPr id="9" name="Image 0" descr="/home/claude/task5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4825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This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at every removal, last 6 months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every single time a customer turned off autopay in the last 6 months — not a guess, the real full record.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them into two groups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9260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were done by the customer themselves online. Some happened during a phone call with an agent.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 customers actually said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977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ones with a phone call, we read the agent's written summary of what the customer said — in their own words.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663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timing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0292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 whether removals cluster around a specific point in the billing cycle, like right before a bill is due.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SQL — a way of asking our company's databases direct questions — to pull and organize the real records. No outside software or guessing involved.</a:t>
            </a:r>
            <a:endParaRPr lang="en-US" sz="1300" dirty="0"/>
          </a:p>
        </p:txBody>
      </p:sp>
      <p:pic>
        <p:nvPicPr>
          <p:cNvPr id="23" name="Image 0" descr="/home/claude/task5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4148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4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Belief Was Wrong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assumed new customers drove most removals. The real number is much lower.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371600" y="1691640"/>
          <a:ext cx="9418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it's mostly NOT new customers backing out. Most removals come from long-time customers, for reasons we dig into next.</a:t>
            </a:r>
            <a:endParaRPr lang="en-US" sz="1300" dirty="0"/>
          </a:p>
        </p:txBody>
      </p:sp>
      <p:pic>
        <p:nvPicPr>
          <p:cNvPr id="9" name="Image 0" descr="/home/claude/task5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4148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4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Turn It 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do it themselves online — they don't call us at all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371600" y="1691640"/>
          <a:ext cx="9418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almost 4 out of 5 people just log in and turn it off themselves — no phone call, no explanation given to us.</a:t>
            </a:r>
            <a:endParaRPr lang="en-US" sz="1300" dirty="0"/>
          </a:p>
        </p:txBody>
      </p:sp>
      <p:pic>
        <p:nvPicPr>
          <p:cNvPr id="9" name="Image 0" descr="/home/claude/task5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4148" cy="274320"/>
          </a:xfrm>
          <a:prstGeom prst="roundRect">
            <a:avLst>
              <a:gd name="adj" fmla="val 166667"/>
            </a:avLst>
          </a:prstGeom>
          <a:solidFill>
            <a:srgbClr val="005C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4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Turn It 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tend to do it right around when a bill is coming due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371600" y="1691640"/>
          <a:ext cx="9418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about 2 out of 3 removals happen close to a bill being due — whether it's a phone call or done online. This is a real, repeatable pattern.</a:t>
            </a:r>
            <a:endParaRPr lang="en-US" sz="1300" dirty="0"/>
          </a:p>
        </p:txBody>
      </p:sp>
      <p:pic>
        <p:nvPicPr>
          <p:cNvPr id="9" name="Image 0" descr="/home/claude/task5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528316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5283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THE BIG 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Reason: A Changed Payment Card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wasn't even on our original list of suspects — we found it by reading real calls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9164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69164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here's the good news: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3796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 of these customers turn autopay back ON within 60 days — as soon as they update their new card.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37960" y="37490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customers giving up on autopay. It's a normal, temporary pause while they sort out a new card — not a real problem.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9F2F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the biggest single reason people call about autopay isn't a real complaint — it's just a card update, and almost everyone comes back.</a:t>
            </a:r>
            <a:endParaRPr lang="en-US" sz="1300" dirty="0"/>
          </a:p>
        </p:txBody>
      </p:sp>
      <p:pic>
        <p:nvPicPr>
          <p:cNvPr id="13" name="Image 0" descr="/home/claude/task5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4148" cy="274320"/>
          </a:xfrm>
          <a:prstGeom prst="roundRect">
            <a:avLst>
              <a:gd name="adj" fmla="val 166667"/>
            </a:avLst>
          </a:prstGeom>
          <a:solidFill>
            <a:srgbClr val="00B9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4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Three Original Ideas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flagged three possible reasons earlier — here's what we found for each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  <a:gridCol w="292608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We Checked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Plain English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 It Happened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date timing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payment gets taken out on a day that doesn't match when the customer gets paid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 in 150 calls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 first-bill fee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customer gets an unexpected extra charge on their very first bill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 in 1,000 calls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agreed to autopay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says they never signed up for it in the first place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 in 1,000 calls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66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321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of these are real — they do happen — but they're each quite rare. The card-change finding on the last slide is a much bigger deal than any of these three original guesses.</a:t>
            </a:r>
            <a:endParaRPr lang="en-US" sz="1250" dirty="0"/>
          </a:p>
        </p:txBody>
      </p:sp>
      <p:pic>
        <p:nvPicPr>
          <p:cNvPr id="10" name="Image 0" descr="/home/claude/task5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All Together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28216"/>
            <a:ext cx="36576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3794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belief was wrong — in a good way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15.2% of removals are new customers, not the assumed 38%.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F5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660904"/>
            <a:ext cx="36576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706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never call us at all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removals happen quietly online, with no phone call or explanation.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F5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93592"/>
            <a:ext cx="36576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33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matters, no matter the channel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399592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 in 3 removals happen close to a bill being due.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98264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F5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526280"/>
            <a:ext cx="365760" cy="54864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36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#1 reason isn't a complaint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928616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phone-call removals are just a customer updating a new card — and 90.5% turn autopay back on within 60 days.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30952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F5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458968"/>
            <a:ext cx="365760" cy="54864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68696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original guesses are real, but rare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586130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timing, surprise fees, and consent disputes each account for less than 1% of calls.</a:t>
            </a:r>
            <a:endParaRPr lang="en-US" sz="1100" dirty="0"/>
          </a:p>
        </p:txBody>
      </p:sp>
      <p:pic>
        <p:nvPicPr>
          <p:cNvPr id="23" name="Image 0" descr="/home/claude/task5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ask5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280160" cy="3337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with this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313432"/>
            <a:ext cx="365760" cy="36576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22585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worrying about new-customer churn from autopay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26151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number (15.2%) is much lower than assumed — this isn't the problem it was thought to be.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273552"/>
            <a:ext cx="365760" cy="36576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21868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friendly reminder before a card expires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357530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38% of calls are card-related, a heads-up before expiration could reduce these calls entirely.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233672"/>
            <a:ext cx="365760" cy="36576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1788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 the Ops team on the consent question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45354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(about 1 in 1,000), but still worth a quick conversation on why it happens at all.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5193792"/>
            <a:ext cx="365760" cy="365760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1389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eye on timing-related removals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43000" y="549554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today, but worth tracking if billing dates or schedules change in the future.</a:t>
            </a:r>
            <a:endParaRPr lang="en-US" sz="1150" dirty="0"/>
          </a:p>
        </p:txBody>
      </p:sp>
      <p:pic>
        <p:nvPicPr>
          <p:cNvPr id="17" name="Image 1" descr="/home/claude/task5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2026-08-03T16:26:43Z</dcterms:created>
  <dcterms:modified xsi:type="dcterms:W3CDTF">2026-08-03T16:26:43Z</dcterms:modified>
</cp:coreProperties>
</file>