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"I want to walk through a model we've been building to flag customers who are likely to call in confused about their bill, before they actually call. Right now, if we wanted to warn customers about a bill issue, we'd have to message everyone. The goal here is to find a smaller, high-likelihood group instead, so outreach is targeted rather than blanket."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"Out of our full customer base, this model currently flags about 83,571 customers, roughly 2 percent. We built this using real bill-explanation callers as our training signal, so it's grounded in actual customer behavior. Those callers pay a noticeably higher effective rate on average — about 18.79 cents per kilowatt-hour, versus 14.17 cents for a typical customer — and their bill is a genuine increase compared to their own billing history, not just a company-wide threshold."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"We also tested where to draw the credit score line. A cutoff of 500 or below captures about 5 percent of our customers and is a meaningful, differentiated group. We tried a looser cutoff of 700 first, but it captured over half of all customers — it wasn't distinguishing higher-risk customers from anyone else. That's why we moved to 500, which is a real, tested threshold."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"Before this is ready for a pilot, there are a few corrections coming out of our review with Jonathan. We need to limit this to Texas residential customers only — the current number includes some commercial and out-of-state accounts. We're also adding Bill Dispute calls alongside Bill Explanation calls, and shifting the trigger toward a usage increase that happens before the bill is even generated, rather than reacting to the billed amount after the fact. We're simplifying tenure into a single 14-month split, and layering in a few more signals — payment history, whether the customer paid a deposit, and how often they've contacted us before."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"What we need from this group is a decision: once this is refined, does Care or Ops have the capacity to act on a list this size? Or should we start smaller, with an A/B test — one group receives the alert, one doesn't, and we compare who calls in, who pays on time, and whether we retain more customers in the group that got the heads-up."
IF ASKED — Why not just alert everyone: "That's exactly what this avoids. A blanket alert would reach a lot of customers who were never going to call in the first place. This model narrows that down to a real, targeted segment."
IF ASKED — Is this ready to launch: "Not yet — this is the targeting logic validated and ready to be refined. The corrections in progress come first, then a pilot, before any full rollout."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Usage-Alert Targeting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we warn before they call?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using real bill-explanation callers as the signal.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83,571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flagged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(2.1% of ~3.93M base)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0712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18.79¢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93592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rate/kWh for bill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vs 14.17¢ typical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2784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2784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55664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threshold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(captures ~4.8% of base)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34856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34856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317736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increase vs 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own history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callers pay a noticeably higher effective rate and see a genuine increase vs. their own billing history — not just a generic company-wide threshold.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25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shock is real and measurable — higher effective rates and a genuine jump vs. a customer's own billing history.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≤500 is a meaningful cutoff; a looser ≤700 cutoff wasn't (it captured over half the customer base).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337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alone doesn't predict this behavior — confusion is spread evenly across new and long-tenured customers.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500, not 700?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18745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874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55280" y="1984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~4.8% of 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2295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Meaningful, differentiated group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28346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8346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≤600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955280" y="2944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~11.3% of 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0" y="3255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Wider, still fairly focused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37947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7947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≤700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55280" y="3904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the 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4215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distinguish risk — too loose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Being Refined Before a 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identified in review with Jonathan — not yet reflected in the numbers above.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618488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1848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to Texas residential only (current count includes commercial &amp; other markets)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2487168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48716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Bill Dispute calls, not just Bill Explanation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3355848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35584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trigger to a usage increase before the bill is generated, not the billed amount after the fact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4224528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2245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tenure into a single 14-month split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8720" y="5093208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509320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payment-history, deposit/waiver, and repeat-contact signals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This Group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model is refined, can Care or Ops act on a list this size — or should we start smaller?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70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 once refined — Care/Ops acts on the complete flagged list.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70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pilot first — alert one group, hold a control group, and compare who calls, who pays on time, and attrition between the two.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2026-07-21T13:50:51Z</dcterms:created>
  <dcterms:modified xsi:type="dcterms:W3CDTF">2026-07-21T13:50:51Z</dcterms:modified>
</cp:coreProperties>
</file>